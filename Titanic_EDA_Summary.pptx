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TITANIC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trends, and anomalies in passenger survival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EDA Report  ·  Based on notebook output (train.csv)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572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Titanic passenger dataset to uncover what influenced survival, using df.info(), df.describe(), and visual analysis.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(from df.info())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PassengerId, Survived, Pclass, SibSp, Parch  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int64
</a:t>
            </a:r>
            <a:pPr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Fare  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float64
</a:t>
            </a:r>
            <a:pPr indent="0" marL="0">
              <a:buNone/>
            </a:pPr>
            <a:r>
              <a:rPr lang="en-US" sz="12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Sex, Ticket, Cabin, Embarked  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983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 — Kaggle "Titanic: Machine Learning from Disaster" — 891 rows × 12 columns.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5087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16459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4048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(rows)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1089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3246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0050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— 7 numeric, 5 categorical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4709160"/>
            <a:ext cx="5166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4846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5605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survival rate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Summary &amp; Missing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df.describe() and df.isnull().sum() — real output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66928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28016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 ($)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(median)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(df.isnull().sum())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80560"/>
          <a:ext cx="5669280" cy="173736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75120" y="1600200"/>
            <a:ext cx="4892040" cy="46177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8" name="Text 4"/>
          <p:cNvSpPr/>
          <p:nvPr/>
        </p:nvSpPr>
        <p:spPr>
          <a:xfrm>
            <a:off x="6949440" y="18288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2240280"/>
            <a:ext cx="4343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is ~30, but Fare is heavily skewed — the mean ($32.20) is far above the median ($14.45), and the max fare ($512.33) is an extreme outlier.
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Pclass is 3, meaning most passengers traveled 3rd class.
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is missing for 687 of 891 passengers (77%) — too sparse to analyze reliably. Age is missing for 177 (~20%). Embarked is missing for only 2.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df['Age'].hist(bins=30) — real notebook output</a:t>
            </a:r>
            <a:endParaRPr lang="en-US" sz="1350" dirty="0"/>
          </a:p>
        </p:txBody>
      </p:sp>
      <p:pic>
        <p:nvPicPr>
          <p:cNvPr id="4" name="Image 0" descr="/home/claude/ppt/crops/age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09" y="1417320"/>
            <a:ext cx="6291023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17320"/>
            <a:ext cx="4480560" cy="48920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03120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passengers were young adults between 20 and 40, with a clear peak around ages 20–25.
</a:t>
            </a:r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smaller secondary bump near age 0–5, reflecting infants and young children traveling aboard.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Distribution &amp; Outliers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sns.boxplot(x=df['Fare']) — real notebook output</a:t>
            </a:r>
            <a:endParaRPr lang="en-US" sz="1350" dirty="0"/>
          </a:p>
        </p:txBody>
      </p:sp>
      <p:pic>
        <p:nvPicPr>
          <p:cNvPr id="4" name="Image 0" descr="/home/claude/ppt/crops/fare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704" y="1417320"/>
            <a:ext cx="5441233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17320"/>
            <a:ext cx="4480560" cy="48920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03120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heavily right-skewed: the bulk of tickets cost under $30, shown by the compressed box near zero.
</a:t>
            </a:r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high-value outliers extend out past $100, with one extreme outlier above $500 — almost certainly a 1st-class ticket.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sns.heatmap(df.corr(numeric_only=True), annot=True) — real notebook output</a:t>
            </a:r>
            <a:endParaRPr lang="en-US" sz="1350" dirty="0"/>
          </a:p>
        </p:txBody>
      </p:sp>
      <p:pic>
        <p:nvPicPr>
          <p:cNvPr id="4" name="Image 0" descr="/home/claude/ppt/crop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9071"/>
            <a:ext cx="6309360" cy="44885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17320"/>
            <a:ext cx="4480560" cy="48920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03120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has the strongest relationships in the dataset: it's negatively correlated with both Survived (-0.34) and Fare (-0.55).
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positively correlated with Survived (0.26) — passengers who paid more were somewhat more likely to survive.
</a:t>
            </a:r>
            <a:pPr indent="0" marL="0">
              <a:buNone/>
            </a:pPr>
            <a:r>
              <a:rPr lang="en-US" sz="12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and Parch are moderately correlated (0.41), as expected — both relate to traveling with family.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Between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sns.pairplot(['Age','Fare','Pclass'], hue='Survived') — real notebook output</a:t>
            </a:r>
            <a:endParaRPr lang="en-US" sz="1350" dirty="0"/>
          </a:p>
        </p:txBody>
      </p:sp>
      <p:pic>
        <p:nvPicPr>
          <p:cNvPr id="4" name="Image 0" descr="/home/claude/ppt/crops/pairplo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3799"/>
            <a:ext cx="6309360" cy="40590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17320"/>
            <a:ext cx="4480560" cy="48920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03120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shows little separation between survivors (orange) and non-survivors (blue) — both groups span the full age range.
</a:t>
            </a:r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shows a clearer pattern: most high-fare passengers (upper portion of the Fare plots) survived, including the extreme ~$512 outlier.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vs Fare by Survival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sns.scatterplot(x='Age', y='Fare', hue='Survived') — real notebook output</a:t>
            </a:r>
            <a:endParaRPr lang="en-US" sz="1350" dirty="0"/>
          </a:p>
        </p:txBody>
      </p:sp>
      <p:pic>
        <p:nvPicPr>
          <p:cNvPr id="4" name="Image 0" descr="/home/claude/ppt/crops/scatter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34" y="1417320"/>
            <a:ext cx="6015773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417320"/>
            <a:ext cx="4480560" cy="48920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73609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03120"/>
            <a:ext cx="3931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linear relationship between Age and Fare — passengers of all ages paid a wide range of fares.
</a:t>
            </a:r>
            <a:pPr indent="0" marL="0"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(orange) are noticeably more concentrated at higher fare levels, while the low-fare cluster near the bottom is a mix of both outcomes, skewing more toward non-survivors (blue).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Exploratory Data Analysis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98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161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891 rows and 12 columns; overall survival rate was 38.4%.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heavily right-skewed, with a mean ($32.20) far above the median ($14.45) and an extreme outlier near $512.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54203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597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is the strongest correlate of survival among numeric features (-0.34), and also strongly linked to Fare (-0.55).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16382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815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Higher-fare passengers survived at a noticeably higher rate, visible in both the heatmap and the pairplot/scatter.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shows little separation between survivors and non-survivors, and is missing for ~20% of passengers.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40740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07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3251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is missing for 77% of records — too sparse to draw reliable conclusions from.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02920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94690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 and Parch are moderately correlated (0.41), consistent with families traveling together.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5678424"/>
            <a:ext cx="10515600" cy="0"/>
          </a:xfrm>
          <a:prstGeom prst="line">
            <a:avLst/>
          </a:prstGeom>
          <a:noFill/>
          <a:ln w="12700">
            <a:solidFill>
              <a:srgbClr val="3B4A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8338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Fare and passenger class were the clearest numeric drivers of survival in this dataset; Age played a smaller role.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2026-09-08T04:19:40Z</dcterms:created>
  <dcterms:modified xsi:type="dcterms:W3CDTF">2026-09-08T04:19:40Z</dcterms:modified>
</cp:coreProperties>
</file>